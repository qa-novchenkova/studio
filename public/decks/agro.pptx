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51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151C"/>
                </a:solidFill>
                <a:latin typeface="Calibri"/>
              </a:rPr>
              <a:t>Часы на заявки в неделю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Часы на заявки в неделю</c:v>
                </c:pt>
              </c:strCache>
            </c:strRef>
          </c:tx>
          <c:spPr>
            <a:solidFill>
              <a:srgbClr val="C9C7D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15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7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9E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Было</c:v>
                  </c:pt>
                  <c:pt idx="1">
                    <c:v>Стало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615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9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219456" cy="219456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Сельское хозяйство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ЦИФРОВЫЕ РЕШЕНИЯ ДЛЯ АГРОБИЗНЕСА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Урожай</a:t>
            </a:r>
            <a:endParaRPr lang="en-US" sz="5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 контролем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Маркетинг-контент под нишу «Сельское хозяйство»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ниша теряет деньги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3F9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−30%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60120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потерь урожая без учёта и планирования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99178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9218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3F9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ч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719218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неделю на отчёты и заявки вручную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8277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8317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3F9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478317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дольше ищут поставщика без витрины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БЕСПОКОИТ КЛИЕНТА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Барьеры, которые мешают продавать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82880" cy="182880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Заявки теряются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2761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Оптовые запросы приходят вразнобой — часть остаётся без ответа.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630168"/>
            <a:ext cx="182880" cy="182880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Нет витрины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97280" y="3904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Покупатель не видит ассортимент и цены онлайн.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773168"/>
            <a:ext cx="182880" cy="182880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Сезонные пики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5047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горячий сезон не хватает рук на обработку заказов.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ПОДХОД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шага к потоку заявок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Упаковка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Продающая страница и презентация хозяйства.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99178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19218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Привлечение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9218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Реклама и лид-магниты под аграриев и оптовиков.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58277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8317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Автоматизация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78317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падают в одну систему — ничего не теряется.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Форматы контента для ниши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880360"/>
            <a:ext cx="146304" cy="146304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Лендинг хозяйства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91786" y="2880360"/>
            <a:ext cx="146304" cy="146304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9" name="Text 7"/>
          <p:cNvSpPr/>
          <p:nvPr/>
        </p:nvSpPr>
        <p:spPr>
          <a:xfrm>
            <a:off x="4966106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Каталог продукции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58277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0885" y="2880360"/>
            <a:ext cx="146304" cy="146304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12" name="Text 10"/>
          <p:cNvSpPr/>
          <p:nvPr/>
        </p:nvSpPr>
        <p:spPr>
          <a:xfrm>
            <a:off x="8725205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Презентация для оптовиков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4480560"/>
            <a:ext cx="146304" cy="146304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07008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Чек-лист для фермеров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9178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1786" y="4480560"/>
            <a:ext cx="146304" cy="146304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18" name="Text 16"/>
          <p:cNvSpPr/>
          <p:nvPr/>
        </p:nvSpPr>
        <p:spPr>
          <a:xfrm>
            <a:off x="4966106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Посты и баннеры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58277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0885" y="4480560"/>
            <a:ext cx="146304" cy="146304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21" name="Text 19"/>
          <p:cNvSpPr/>
          <p:nvPr/>
        </p:nvSpPr>
        <p:spPr>
          <a:xfrm>
            <a:off x="8725205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Сезонные рассылки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меняется в цифрах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F9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+40%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0175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оптовых заявок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F9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 ч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01752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рутины в неделю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F9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×1,8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01752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скорости ответа</a:t>
            </a:r>
            <a:endParaRPr lang="en-US" sz="15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214884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Пакет под запуск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24688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Продающая страница хозяйства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832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33832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в PPTX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42976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 баннеров под сезон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120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9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2120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для соцсетей и рассылок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103120"/>
            <a:ext cx="219456" cy="219456"/>
          </a:xfrm>
          <a:prstGeom prst="ellipse">
            <a:avLst/>
          </a:prstGeom>
          <a:solidFill>
            <a:srgbClr val="3F9E4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Сельское хозяйство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Покажем ваш урожай рынку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Контент, который приводит оптовых покупателей.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3F9E4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Обсудить контент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2026-08-16T17:19:52Z</dcterms:created>
  <dcterms:modified xsi:type="dcterms:W3CDTF">2026-08-16T17:19:52Z</dcterms:modified>
</cp:coreProperties>
</file>