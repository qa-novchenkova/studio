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Заходим с боли: разрыв между потенциалом сорта и фактическим урожаем.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Разрыв между потенциалом и фактом — то, за что борется агроном весь сезон.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фактор по отдельности кажется терпимым — вместе они съедают треть урожая.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фаза — своё окно вмешательства. Пропустили фазу — вернуть эффект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Программа — не набор препаратов, а календарь решений, привязанный к фазе.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Средняя норма по полю всегда кого-то недокармливает, а кого-то перекармливает.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Правильный препарат в неправильный срок = деньги на ветер.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Считаем не затраты на препараты, а стоимость недобранных центнеров.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Программа — это сопровождение, а не разовая продажа препарата.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призыв разобрать конкретное поле.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fiel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57600"/>
            <a:ext cx="12191695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675888"/>
          </a:xfrm>
          <a:prstGeom prst="rect">
            <a:avLst/>
          </a:prstGeom>
          <a:solidFill>
            <a:srgbClr val="0E2A1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A9B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АГРО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D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ГАЙД ДЛЯ АГРОНОМА · ОЗИМАЯ ПШЕНИЦА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137160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Поле недобирает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58368" y="248716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теряются центнеры и как их вернуть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программой защиты и питания по фазам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Сорт обещает больше, чем поле отдаёт</a:t>
            </a:r>
            <a:endParaRPr lang="en-US" sz="3300" dirty="0"/>
          </a:p>
        </p:txBody>
      </p:sp>
      <p:pic>
        <p:nvPicPr>
          <p:cNvPr id="4" name="Image 0" descr="C:\Users\79204\AppData\Local\Temp\claude\D--QQQAAA\1af986dc-9216-4466-ab30-3032c2f138c7\scratchpad\deck\img\ears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120640" cy="35295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7452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0976" y="2350008"/>
            <a:ext cx="182880" cy="18288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7" name="Text 4"/>
          <p:cNvSpPr/>
          <p:nvPr/>
        </p:nvSpPr>
        <p:spPr>
          <a:xfrm>
            <a:off x="1316736" y="2039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Потенциал сорта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16736" y="2441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ц/га по паспорту при соблюдении технологии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320040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0976" y="3675888"/>
            <a:ext cx="182880" cy="18288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1" name="Text 8"/>
          <p:cNvSpPr/>
          <p:nvPr/>
        </p:nvSpPr>
        <p:spPr>
          <a:xfrm>
            <a:off x="1316736" y="3364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 факт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316736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48–52 ц/га — типичный результат в хозяйстве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452628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5001768"/>
            <a:ext cx="182880" cy="182880"/>
          </a:xfrm>
          <a:prstGeom prst="ellipse">
            <a:avLst/>
          </a:prstGeom>
          <a:solidFill>
            <a:srgbClr val="C4562F"/>
          </a:solidFill>
          <a:ln/>
        </p:spPr>
      </p:sp>
      <p:sp>
        <p:nvSpPr>
          <p:cNvPr id="15" name="Text 12"/>
          <p:cNvSpPr/>
          <p:nvPr/>
        </p:nvSpPr>
        <p:spPr>
          <a:xfrm>
            <a:off x="1316736" y="4690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Разрыв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316736" y="5093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18% урожая теряется ещё до уборки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Четыре канала потерь — и все работают одновременно</a:t>
            </a:r>
            <a:endParaRPr lang="en-US" sz="3000" dirty="0"/>
          </a:p>
        </p:txBody>
      </p:sp>
      <p:pic>
        <p:nvPicPr>
          <p:cNvPr id="4" name="Image 0" descr="C:\Users\79204\AppData\Local\Temp\claude\D--QQQAAA\1af986dc-9216-4466-ab30-3032c2f138c7\scratchpad\deck\img\thre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11292840" cy="3273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5486400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E4F0DA"/>
          </a:solidFill>
          <a:ln/>
        </p:spPr>
      </p:sp>
      <p:sp>
        <p:nvSpPr>
          <p:cNvPr id="6" name="Text 3"/>
          <p:cNvSpPr/>
          <p:nvPr/>
        </p:nvSpPr>
        <p:spPr>
          <a:xfrm>
            <a:off x="1024128" y="548640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 суммируются: без защиты и питания поле теряет до 30–40% потенциала — даже на хорошем семенном материале.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ФЕНОЛОГИЯ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Урожай закладывается по фазам</a:t>
            </a:r>
            <a:endParaRPr lang="en-US" sz="3200" dirty="0"/>
          </a:p>
        </p:txBody>
      </p:sp>
      <p:pic>
        <p:nvPicPr>
          <p:cNvPr id="4" name="Image 0" descr="C:\Users\79204\AppData\Local\Temp\claude\D--QQQAAA\1af986dc-9216-4466-ab30-3032c2f138c7\scratchpad\deck\img\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11384280" cy="4224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024128"/>
            <a:ext cx="3337560" cy="566928"/>
          </a:xfrm>
          <a:prstGeom prst="roundRect">
            <a:avLst>
              <a:gd name="adj" fmla="val 16129"/>
            </a:avLst>
          </a:prstGeom>
          <a:solidFill>
            <a:srgbClr val="2E7D4F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0241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фаза: колошение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D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СЕЗОНА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и когда делаем на поле</a:t>
            </a:r>
            <a:endParaRPr lang="en-US" sz="3200" dirty="0"/>
          </a:p>
        </p:txBody>
      </p:sp>
      <p:pic>
        <p:nvPicPr>
          <p:cNvPr id="4" name="Image 0" descr="C:\Users\79204\AppData\Local\Temp\claude\D--QQQAAA\1af986dc-9216-4466-ab30-3032c2f138c7\scratchpad\deck\img\program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83080"/>
            <a:ext cx="11640312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решение привязано к фазе, а не к календарю «как обычно».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ОБСЛЕДОВАНИЕ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Поле неоднородно — и норма тоже</a:t>
            </a:r>
            <a:endParaRPr lang="en-US" sz="3300" dirty="0"/>
          </a:p>
        </p:txBody>
      </p:sp>
      <p:pic>
        <p:nvPicPr>
          <p:cNvPr id="4" name="Image 0" descr="C:\Users\79204\AppData\Local\Temp\claude\D--QQQAAA\1af986dc-9216-4466-ab30-3032c2f138c7\scratchpad\deck\img\field-z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74520"/>
            <a:ext cx="4983480" cy="3438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8288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1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89888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Зонируем поле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89888" y="22494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Продуктивные и проблемные участки видны по истории урожайности.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1272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1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9888" y="31272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Считаем по зонам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89888" y="35478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удобрений и защиты — под зону, а не «в среднем по полю».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1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89888" y="44256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Проверяем в поле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89888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обследования подтверждают: где болезнь, где дефицит.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" y="566928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E4F0DA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5669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Дифференцированный подход экономит до 15% на входных ресурсах.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РЕШАЮТ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Окно обработки — 5–7 дней</a:t>
            </a:r>
            <a:endParaRPr lang="en-US" sz="3300" dirty="0"/>
          </a:p>
        </p:txBody>
      </p:sp>
      <p:pic>
        <p:nvPicPr>
          <p:cNvPr id="4" name="Image 0" descr="C:\Users\79204\AppData\Local\Temp\claude\D--QQQAAA\1af986dc-9216-4466-ab30-3032c2f138c7\scratchpad\deck\img\season-a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828800"/>
            <a:ext cx="7772400" cy="3959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9202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эффективности фунгицида при опоздании на неделю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33832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4041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развития болезни во влажную погоду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846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день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58368" y="55046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мониторинга экономит центнеры на уборке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СЕЗОНА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даёт программа защиты и питания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105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поле без сопровождения и поле, которое вели по фазам весь сезон.</a:t>
            </a:r>
            <a:endParaRPr lang="en-US" sz="1400" dirty="0"/>
          </a:p>
        </p:txBody>
      </p:sp>
      <p:pic>
        <p:nvPicPr>
          <p:cNvPr id="5" name="Image 0" descr="C:\Users\79204\AppData\Local\Temp\claude\D--QQQAAA\1af986dc-9216-4466-ab30-3032c2f138c7\scratchpad\deck\img\yield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36192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 ц/га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58368" y="3209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прибавка к урожайности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58368" y="4581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 на входные ресурсы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5257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58368" y="5952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качества зерна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4983480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E4F0DA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49834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Прибавка окупает программу уже в первый сезон — при сохранении качества зерна.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ПРОГРАММУ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Сопровождение поля от сева до уборки</a:t>
            </a:r>
            <a:endParaRPr lang="en-US" sz="3100" dirty="0"/>
          </a:p>
        </p:txBody>
      </p:sp>
      <p:pic>
        <p:nvPicPr>
          <p:cNvPr id="4" name="Image 0" descr="C:\Users\79204\AppData\Local\Temp\claude\D--QQQAAA\1af986dc-9216-4466-ab30-3032c2f138c7\scratchpad\deck\img\tractor-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91640"/>
            <a:ext cx="5074920" cy="2642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78308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17830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35608" y="1783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почвы и истории поля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2679192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267919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35608" y="267919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зон и нормы по участкам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" y="3575304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357530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435608" y="357530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обработок по фазам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4471416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44714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35608" y="447141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Выезд агронома в ключевые фазы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8368" y="53675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536752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435608" y="53675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итогам сезона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fiel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57600"/>
            <a:ext cx="12191695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675888"/>
          </a:xfrm>
          <a:prstGeom prst="rect">
            <a:avLst/>
          </a:prstGeom>
          <a:solidFill>
            <a:srgbClr val="0E2A1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A9B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АГРО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D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1664208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Соберите урожай,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не проблемы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7955280" y="1975104"/>
            <a:ext cx="3566160" cy="694944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97510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моё поле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Демо-материал портфолио · бренд вымышленный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Поле недобирает — программа защиты и питания по фазам</dc:title>
  <dc:subject>PptxGenJS Presentation</dc:subject>
  <dc:creator>Студия</dc:creator>
  <cp:lastModifiedBy>Студия</cp:lastModifiedBy>
  <cp:revision>1</cp:revision>
  <dcterms:created xsi:type="dcterms:W3CDTF">2026-08-16T18:57:13Z</dcterms:created>
  <dcterms:modified xsi:type="dcterms:W3CDTF">2026-08-16T18:57:13Z</dcterms:modified>
</cp:coreProperties>
</file>