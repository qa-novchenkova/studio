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5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151C"/>
                </a:solidFill>
                <a:latin typeface="Calibri"/>
              </a:rPr>
              <a:t>Часы на запись в неделю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Часы на запись в неделю</c:v>
                </c:pt>
              </c:strCache>
            </c:strRef>
          </c:tx>
          <c:spPr>
            <a:solidFill>
              <a:srgbClr val="C9C7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15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7D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6BE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Было</c:v>
                  </c:pt>
                  <c:pt idx="1">
                    <c:v>Стало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15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9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219456" cy="219456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algn="l" indent="0" marL="0">
              <a:buNone/>
            </a:pPr>
            <a:r>
              <a:rPr lang="en-US" sz="10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Автомобили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ЗАГРУЗИТЬ СЕРВИС ПОД ЗАВЯЗКУ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Автосервис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потоке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Маркетинг-контент под нишу «Автомобили»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ниша теряет деньги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без ответа в час пик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9178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9218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719218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визитов без напоминаний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8277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8317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ч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78317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 на запись вручную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БЕСПОКОИТ КЛИЕНТА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Барьеры, которые мешают продавать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487168"/>
            <a:ext cx="182880" cy="182880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Запись хаотична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2761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пишут в разные каналы — часть теряется.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630168"/>
            <a:ext cx="182880" cy="182880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Забытые ТО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904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напоминает — клиент едет к другим.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73168"/>
            <a:ext cx="182880" cy="182880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отзывов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5047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Довольные молчат, новые не доверяют.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ПОДХОД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шага к потоку заявок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Витрина услуг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 ценами, услугами и онлайн-записью.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99178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9218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19218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 заявок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9218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и лид-магнит «5 ошибок автосервиса».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58277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8317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8317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Удержание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8317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ТО и грамотные допродажи.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Форматы контента для ниши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8803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Лендинг автосервиса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9178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1786" y="28803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9" name="Text 7"/>
          <p:cNvSpPr/>
          <p:nvPr/>
        </p:nvSpPr>
        <p:spPr>
          <a:xfrm>
            <a:off x="4966106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Прайс-страница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8277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0885" y="28803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12" name="Text 10"/>
          <p:cNvSpPr/>
          <p:nvPr/>
        </p:nvSpPr>
        <p:spPr>
          <a:xfrm>
            <a:off x="8725205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Презентация услуг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44805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Гайд по ошибкам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9178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1786" y="44805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18" name="Text 16"/>
          <p:cNvSpPr/>
          <p:nvPr/>
        </p:nvSpPr>
        <p:spPr>
          <a:xfrm>
            <a:off x="4966106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Баннеры акций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8277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0885" y="4480560"/>
            <a:ext cx="146304" cy="146304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21" name="Text 19"/>
          <p:cNvSpPr/>
          <p:nvPr/>
        </p:nvSpPr>
        <p:spPr>
          <a:xfrm>
            <a:off x="8725205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Скрипты записи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меняется в цифрах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01752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 онлайн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01752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визитов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6B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×2,4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01752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214884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Пакет под запуск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4688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с онлайн-записью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383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услуг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4297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Гайд-лид-магнит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12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212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Баннеры акций и ТО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219456" cy="219456"/>
          </a:xfrm>
          <a:prstGeom prst="ellipse">
            <a:avLst/>
          </a:prstGeom>
          <a:solidFill>
            <a:srgbClr val="2C6BE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algn="l" indent="0" marL="0">
              <a:buNone/>
            </a:pPr>
            <a:r>
              <a:rPr lang="en-US" sz="10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Автомобили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Загрузим сервис под завязку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со всех каналов — в одном месте.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2C6BE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Обсудить контент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2026-08-16T17:19:52Z</dcterms:created>
  <dcterms:modified xsi:type="dcterms:W3CDTF">2026-08-16T17:19:52Z</dcterms:modified>
</cp:coreProperties>
</file>