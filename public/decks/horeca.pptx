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51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151C"/>
                </a:solidFill>
                <a:latin typeface="Calibri"/>
              </a:rPr>
              <a:t>Загрузка в будни,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Загрузка в будни, %</c:v>
                </c:pt>
              </c:strCache>
            </c:strRef>
          </c:tx>
          <c:spPr>
            <a:solidFill>
              <a:srgbClr val="C9C7D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15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7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528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Было</c:v>
                  </c:pt>
                  <c:pt idx="1">
                    <c:v>Стало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615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9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219456" cy="219456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HoReCa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ПРОДВИЖЕНИЕ КАФЕ И РЕСТОРАНОВ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Полный зал</a:t>
            </a:r>
            <a:endParaRPr lang="en-US" sz="5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вечер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Маркетинг-контент под нишу «HoReCa»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ниша теряет деньги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60120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выбирают по фото и меню онлайн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99178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9218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−30%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719218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среднего чека без сильного меню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8277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8317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тихо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478317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будни без поводов и акций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БЕСПОКОИТ КЛИЕНТА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Барьеры, которые мешают продавать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82880" cy="182880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Пустые будни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2761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поводов прийти в тихие дни.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630168"/>
            <a:ext cx="182880" cy="182880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Меню не продаёт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97280" y="3904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Блюда без описаний и аппетитных фото.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773168"/>
            <a:ext cx="182880" cy="182880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Гости не возвращаются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5047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программы лояльности.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ПОДХОД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шага к потоку заявок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Аппетитная витрина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заведения, меню, фото-подача.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99178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19218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Поводы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9218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Акции, бизнес-ланчи и события.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58277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8317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Лояльность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78317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Рассылки и спецпредложения гостям.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Форматы контента для ниши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880360"/>
            <a:ext cx="146304" cy="146304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Страница заведения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91786" y="2880360"/>
            <a:ext cx="146304" cy="146304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9" name="Text 7"/>
          <p:cNvSpPr/>
          <p:nvPr/>
        </p:nvSpPr>
        <p:spPr>
          <a:xfrm>
            <a:off x="4966106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Дизайн меню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58277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0885" y="2880360"/>
            <a:ext cx="146304" cy="146304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12" name="Text 10"/>
          <p:cNvSpPr/>
          <p:nvPr/>
        </p:nvSpPr>
        <p:spPr>
          <a:xfrm>
            <a:off x="8725205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Презентация франшизы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4480560"/>
            <a:ext cx="146304" cy="146304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15" name="Text 13"/>
          <p:cNvSpPr/>
          <p:nvPr/>
        </p:nvSpPr>
        <p:spPr>
          <a:xfrm>
            <a:off x="1207008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Гайд по меню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9178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1786" y="4480560"/>
            <a:ext cx="146304" cy="146304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18" name="Text 16"/>
          <p:cNvSpPr/>
          <p:nvPr/>
        </p:nvSpPr>
        <p:spPr>
          <a:xfrm>
            <a:off x="4966106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Баннеры акций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58277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0885" y="4480560"/>
            <a:ext cx="146304" cy="146304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21" name="Text 19"/>
          <p:cNvSpPr/>
          <p:nvPr/>
        </p:nvSpPr>
        <p:spPr>
          <a:xfrm>
            <a:off x="8725205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Посты событий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меняется в цифрах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+25%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0175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чек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01752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в будни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52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01752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возвраты гостей</a:t>
            </a:r>
            <a:endParaRPr lang="en-US" sz="15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214884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Пакет под запуск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24688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Страница заведения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832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33832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Дизайн-концепт меню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42976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Гайд «Меню, которое продаёт»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120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5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2120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Баннеры акций и событий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103120"/>
            <a:ext cx="219456" cy="219456"/>
          </a:xfrm>
          <a:prstGeom prst="ellipse">
            <a:avLst/>
          </a:prstGeom>
          <a:solidFill>
            <a:srgbClr val="D528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HoReCa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Полный зал каждый вечер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Контент, ради которого возвращаются.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D5283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Обсудить контент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2026-08-16T17:19:52Z</dcterms:created>
  <dcterms:modified xsi:type="dcterms:W3CDTF">2026-08-16T17:19:52Z</dcterms:modified>
</cp:coreProperties>
</file>