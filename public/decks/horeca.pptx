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Меню — главный продавец в зале.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цифры, которые меняют оптику владельца: скорость выбора, цена возврата, рост чека.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рабочий инструмент: не «нравится/не нравится», а два измеримых показателя.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на примере: подача, название, описание, цена, бейдж.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потоке вообще, а в его неравномерности.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Скидка обесценивает продукт, повод — повышает ценность.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гостя дешевле привлечения в разы — на этом и строим маркетинг.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аргумент: рост чека без повышения цен.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Комплект, с которым можно выйти в зал уже на следующей неделе.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призыв разобрать конкретное меню.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ho-hero-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228600"/>
            <a:ext cx="6400800" cy="6400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A1620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D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СТУДИЯ</a:t>
            </a:r>
            <a:pPr indent="0" marL="0">
              <a:buNone/>
            </a:pPr>
            <a:r>
              <a:rPr lang="en-US" sz="1000" dirty="0">
                <a:solidFill>
                  <a:srgbClr val="C9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HORECA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58368" y="1371600"/>
            <a:ext cx="4937760" cy="2743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517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ГИД ДЛЯ КАФЕ И РЕСТОРАНОВ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" y="21488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Гость выбирает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58368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C1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глазами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58368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3C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поднять средний чек и заполнить будни, не трогая цены в прайсе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5212080"/>
            <a:ext cx="4937760" cy="27432"/>
          </a:xfrm>
          <a:prstGeom prst="rect">
            <a:avLst/>
          </a:prstGeom>
          <a:solidFill>
            <a:srgbClr val="E0A1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5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ПРОБЛЕМА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Гость решает быстрее, чем вы успеваете предложить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381146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8D6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651760"/>
            <a:ext cx="27410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15–30 сек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78408" y="3886200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столько гость смотрит меню или витрину доставки, прежде чем выбрать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274" y="2286000"/>
            <a:ext cx="3381146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8D6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5314" y="2651760"/>
            <a:ext cx="27410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528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×5–25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725314" y="3886200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столько раз дороже привести нового гостя, чем вернуть прежнего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2181" y="2286000"/>
            <a:ext cx="3381146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8D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2221" y="2651760"/>
            <a:ext cx="27410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+8%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72221" y="3886200"/>
            <a:ext cx="27410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растёт за счёт среднего чека, а не за счёт потока гостей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рычаг роста — не скидка, а то, как устроено меню и что возвращает гостя.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5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ИНЖЕНЕРИЯ МЕНЮ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Четыре типа блюд в любом меню</a:t>
            </a:r>
            <a:endParaRPr lang="en-US" sz="3200" dirty="0"/>
          </a:p>
        </p:txBody>
      </p:sp>
      <p:pic>
        <p:nvPicPr>
          <p:cNvPr id="4" name="Image 0" descr="C:\Users\79204\AppData\Local\Temp\claude\D--QQQAAA\1af986dc-9216-4466-ab30-3032c2f138c7\scratchpad\deck\img\ho-menu-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691640"/>
            <a:ext cx="6035040" cy="3877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Разложите позиции по популярности и марже — и станет видно, что двигать в топ, что переписать, а что убрать.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5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КАК УСТРОЕНА ПРОДАЮЩАЯ ПОЗИЦИЯ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Блюдо продаёт описание, а не строчка в списке</a:t>
            </a:r>
            <a:endParaRPr lang="en-US" sz="3000" dirty="0"/>
          </a:p>
        </p:txBody>
      </p:sp>
      <p:pic>
        <p:nvPicPr>
          <p:cNvPr id="4" name="Image 0" descr="C:\Users\79204\AppData\Local\Temp\claude\D--QQQAAA\1af986dc-9216-4466-ab30-3032c2f138c7\scratchpad\deck\img\ho-dish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057400"/>
            <a:ext cx="877824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5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ЗАГРУЗКА ЗАЛА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Выходные кормят, будни съедают прибыль</a:t>
            </a:r>
            <a:endParaRPr lang="en-US" sz="3200" dirty="0"/>
          </a:p>
        </p:txBody>
      </p:sp>
      <p:pic>
        <p:nvPicPr>
          <p:cNvPr id="4" name="Image 0" descr="C:\Users\79204\AppData\Local\Temp\claude\D--QQQAAA\1af986dc-9216-4466-ab30-3032c2f138c7\scratchpad\deck\img\ho-week-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11155680" cy="4672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ЧТО ДЕЛАЕМ С БУДНЯМИ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Гостю нужен повод, а не скидка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231740" cy="1645920"/>
          </a:xfrm>
          <a:prstGeom prst="roundRect">
            <a:avLst>
              <a:gd name="adj" fmla="val 7778"/>
            </a:avLst>
          </a:prstGeom>
          <a:solidFill>
            <a:srgbClr val="3A2029"/>
          </a:solidFill>
          <a:ln w="12700">
            <a:solidFill>
              <a:srgbClr val="4A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395728"/>
            <a:ext cx="201168" cy="201168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6" name="Text 4"/>
          <p:cNvSpPr/>
          <p:nvPr/>
        </p:nvSpPr>
        <p:spPr>
          <a:xfrm>
            <a:off x="1344168" y="2267712"/>
            <a:ext cx="4225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Бизнес-ланч с характером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44168" y="2706624"/>
            <a:ext cx="422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C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«дёшево», а быстро и вкусно: фикс-меню на 3 позиции.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1588" y="2011680"/>
            <a:ext cx="5231740" cy="1645920"/>
          </a:xfrm>
          <a:prstGeom prst="roundRect">
            <a:avLst>
              <a:gd name="adj" fmla="val 7778"/>
            </a:avLst>
          </a:prstGeom>
          <a:solidFill>
            <a:srgbClr val="3A2029"/>
          </a:solidFill>
          <a:ln w="12700">
            <a:solidFill>
              <a:srgbClr val="4A2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1628" y="2395728"/>
            <a:ext cx="201168" cy="201168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0" name="Text 8"/>
          <p:cNvSpPr/>
          <p:nvPr/>
        </p:nvSpPr>
        <p:spPr>
          <a:xfrm>
            <a:off x="6987388" y="2267712"/>
            <a:ext cx="4225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Тематический вечер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7388" y="2706624"/>
            <a:ext cx="422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C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вечер недели — свой формат: винный, семейный, тихий.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8368" y="3931920"/>
            <a:ext cx="5231740" cy="1645920"/>
          </a:xfrm>
          <a:prstGeom prst="roundRect">
            <a:avLst>
              <a:gd name="adj" fmla="val 7778"/>
            </a:avLst>
          </a:prstGeom>
          <a:solidFill>
            <a:srgbClr val="3A2029"/>
          </a:solidFill>
          <a:ln w="12700">
            <a:solidFill>
              <a:srgbClr val="4A2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" y="4315968"/>
            <a:ext cx="201168" cy="201168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168" y="4187952"/>
            <a:ext cx="4225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Сезонное спецпредложение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44168" y="4626864"/>
            <a:ext cx="422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C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Ограниченное по времени меню — причина прийти именно сейчас.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01588" y="3931920"/>
            <a:ext cx="5231740" cy="1645920"/>
          </a:xfrm>
          <a:prstGeom prst="roundRect">
            <a:avLst>
              <a:gd name="adj" fmla="val 7778"/>
            </a:avLst>
          </a:prstGeom>
          <a:solidFill>
            <a:srgbClr val="3A2029"/>
          </a:solidFill>
          <a:ln w="12700">
            <a:solidFill>
              <a:srgbClr val="4A2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1628" y="4315968"/>
            <a:ext cx="201168" cy="201168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87388" y="4187952"/>
            <a:ext cx="4225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Программа возврата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987388" y="4626864"/>
            <a:ext cx="422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C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повод: любимое блюдо, бонус ко второму визиту.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5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ЭКОНОМИКА ВОЗВРАТА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Прибыль живёт во втором визите</a:t>
            </a:r>
            <a:endParaRPr lang="en-US" sz="3200" dirty="0"/>
          </a:p>
        </p:txBody>
      </p:sp>
      <p:pic>
        <p:nvPicPr>
          <p:cNvPr id="4" name="Image 0" descr="C:\Users\79204\AppData\Local\Temp\claude\D--QQQAAA\1af986dc-9216-4466-ab30-3032c2f138c7\scratchpad\deck\img\ho-return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57400"/>
            <a:ext cx="4480560" cy="3483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35608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Впечатление сильнее блюда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5608" y="22951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Гость запоминает атмосферу и сервис — их и пересказывает друзьям.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35608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Повод вернуться создаём сами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5608" y="36667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Сезонное меню, событие, персональное предложение после визита.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4617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35608" y="4617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Считаем частоту, а не охваты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435608" y="50383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метрики — возврат гостя, частота визитов и средний чек.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5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РЕЗУЛЬТАТ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меняется после работы с меню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8105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 растёт за счёт структуры меню и допозиций, а не повышения цен.</a:t>
            </a:r>
            <a:endParaRPr lang="en-US" sz="1400" dirty="0"/>
          </a:p>
        </p:txBody>
      </p:sp>
      <p:pic>
        <p:nvPicPr>
          <p:cNvPr id="5" name="Image 0" descr="C:\Users\79204\AppData\Local\Temp\claude\D--QQQAAA\1af986dc-9216-4466-ab30-3032c2f138c7\scratchpad\deck\img\ho-check-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11680"/>
            <a:ext cx="512064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528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+27%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58368" y="3209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среднему чеку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528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+40%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58368" y="45811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в будни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5257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528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58368" y="59527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 повторных визитов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0" y="4983480"/>
            <a:ext cx="5669280" cy="1143000"/>
          </a:xfrm>
          <a:prstGeom prst="roundRect">
            <a:avLst>
              <a:gd name="adj" fmla="val 9600"/>
            </a:avLst>
          </a:prstGeom>
          <a:solidFill>
            <a:srgbClr val="FBEBD6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49834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в прайсе остались прежними — изменились структура меню, описания и поводы вернуться.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5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ЧТО ВХОДИТ В РАБОТУ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От аудита меню до готовых материалов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52728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Аудит меню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6240" y="2002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позиций по марже и спросу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609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26609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Тексты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624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6609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описания блюд и названия разделов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447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52728" y="3447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Дизайн-макет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0" y="3575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 для зала и для доставки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4233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52728" y="42336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Календарь поводов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06240" y="4361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4233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будни, сезон, события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5020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1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2728" y="50200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6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Промо-пакет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06240" y="5148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5020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посты и баннеры под спецпредложения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ho-table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57600"/>
            <a:ext cx="12191695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675888"/>
          </a:xfrm>
          <a:prstGeom prst="rect">
            <a:avLst/>
          </a:prstGeom>
          <a:solidFill>
            <a:srgbClr val="2A1620"/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D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СТУДИЯ</a:t>
            </a:r>
            <a:pPr indent="0" marL="0">
              <a:buNone/>
            </a:pPr>
            <a:r>
              <a:rPr lang="en-US" sz="1000" dirty="0">
                <a:solidFill>
                  <a:srgbClr val="C9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HORECA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СЛЕДУЮЩИЙ ШАГ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8368" y="1664208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Пусть меню работает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 вас каждый вечер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8138160" y="1975104"/>
            <a:ext cx="3383280" cy="694944"/>
          </a:xfrm>
          <a:prstGeom prst="roundRect">
            <a:avLst>
              <a:gd name="adj" fmla="val 15789"/>
            </a:avLst>
          </a:prstGeom>
          <a:solidFill>
            <a:srgbClr val="D5283A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1975104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моё меню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38160" y="2761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Демо-материал портфолио · бренд вымышленный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Меню, которое продаёт</dc:title>
  <dc:subject>PptxGenJS Presentation</dc:subject>
  <dc:creator>Студия</dc:creator>
  <cp:lastModifiedBy>Студия</cp:lastModifiedBy>
  <cp:revision>1</cp:revision>
  <dcterms:created xsi:type="dcterms:W3CDTF">2026-08-19T14:30:30Z</dcterms:created>
  <dcterms:modified xsi:type="dcterms:W3CDTF">2026-08-19T14:30:30Z</dcterms:modified>
</cp:coreProperties>
</file>