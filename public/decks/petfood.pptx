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Заходим с боли бренда: корм купили один раз и не вернулись.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Ключ: экономика повторной покупки в зоотоварах.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Разделяем мотивы первой и повторной покупки — на этом строим контент.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Владельцу нужен смысл: что даёт каждый компонент его питомцу.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цикл: покупка → результат → доверие → регулярность.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формата, которые закрывают путь покупателя.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 бренда кормов: повторные покупки, чек, стоимость привлечения.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Готовый комплект, закрывающий весь путь покупателя.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призыв собрать контент под бренд.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pf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0"/>
            <a:ext cx="69796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257800" cy="6858000"/>
          </a:xfrm>
          <a:prstGeom prst="rect">
            <a:avLst/>
          </a:prstGeom>
          <a:solidFill>
            <a:srgbClr val="2E4756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566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pPr indent="0" marL="0">
              <a:buNone/>
            </a:pPr>
            <a:r>
              <a:rPr lang="en-US" sz="100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ЗООТОВАРЫ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3529584" cy="38404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 ДЛЯ БРЕНДА КОРМОВ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Миска,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 которой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возвращаются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4617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6D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превратить разовую покупку корма в постоянного покупателя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FE7D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Покупают один раз — и уходят к другому бренду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3332378" cy="2834640"/>
          </a:xfrm>
          <a:prstGeom prst="roundRect">
            <a:avLst>
              <a:gd name="adj" fmla="val 7097"/>
            </a:avLst>
          </a:prstGeom>
          <a:solidFill>
            <a:srgbClr val="FFF4E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2608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9AAAB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 возвращаются за вторым пакетом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9658" y="2606040"/>
            <a:ext cx="3332378" cy="2834640"/>
          </a:xfrm>
          <a:prstGeom prst="roundRect">
            <a:avLst>
              <a:gd name="adj" fmla="val 7097"/>
            </a:avLst>
          </a:prstGeom>
          <a:solidFill>
            <a:srgbClr val="FFF4EC"/>
          </a:solidFill>
          <a:ln/>
        </p:spPr>
      </p:sp>
      <p:sp>
        <p:nvSpPr>
          <p:cNvPr id="9" name="Text 7"/>
          <p:cNvSpPr/>
          <p:nvPr/>
        </p:nvSpPr>
        <p:spPr>
          <a:xfrm>
            <a:off x="4795418" y="292608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C2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795418" y="411480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владельцев смотрят состав, но не понимают его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2606040"/>
            <a:ext cx="3332378" cy="2834640"/>
          </a:xfrm>
          <a:prstGeom prst="roundRect">
            <a:avLst>
              <a:gd name="adj" fmla="val 7097"/>
            </a:avLst>
          </a:prstGeom>
          <a:solidFill>
            <a:srgbClr val="FFF4EC"/>
          </a:solidFill>
          <a:ln/>
        </p:spPr>
      </p:sp>
      <p:sp>
        <p:nvSpPr>
          <p:cNvPr id="12" name="Text 10"/>
          <p:cNvSpPr/>
          <p:nvPr/>
        </p:nvSpPr>
        <p:spPr>
          <a:xfrm>
            <a:off x="8493557" y="292608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×3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8493557" y="411480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дороже привлечь нового, чем удержать своего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 — товар регулярный: деньги бренда живут не в первой покупке, а в пятой.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ПОКУПАТЕЛЯ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Сначала смотрят на цену, остаются — из-за пользы</a:t>
            </a:r>
            <a:endParaRPr lang="en-US" sz="3100" dirty="0"/>
          </a:p>
        </p:txBody>
      </p:sp>
      <p:pic>
        <p:nvPicPr>
          <p:cNvPr id="5" name="Image 0" descr="C:\Users\79204\AppData\Local\Temp\claude\D--QQQAAA\1af986dc-9216-4466-ab30-3032c2f138c7\scratchpad\deck\img\pf-sc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920240"/>
            <a:ext cx="5669280" cy="3511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2404872"/>
            <a:ext cx="310896" cy="31089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331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Первая покупка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27340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цена, упаковка и совет продавца.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1520" y="3593592"/>
            <a:ext cx="310896" cy="310896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520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Первый месяц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34440" y="39227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смотрит на питомца: шерсть, стул, аппетит.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31520" y="4782312"/>
            <a:ext cx="310896" cy="310896"/>
          </a:xfrm>
          <a:prstGeom prst="ellipse">
            <a:avLst/>
          </a:prstGeom>
          <a:solidFill>
            <a:srgbClr val="2BA6A0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709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Вторая покупка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34440" y="51114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Возвращаются, если увидели результат и поняли состав.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359152" cy="384048"/>
          </a:xfrm>
          <a:prstGeom prst="roundRect">
            <a:avLst>
              <a:gd name="adj" fmla="val 50000"/>
            </a:avLst>
          </a:prstGeom>
          <a:solidFill>
            <a:srgbClr val="FFE7D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ОБЪЯСНЯЕМ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Состав понятным языком — вместо таблицы мелким шрифтом</a:t>
            </a:r>
            <a:endParaRPr lang="en-US" sz="3000" dirty="0"/>
          </a:p>
        </p:txBody>
      </p:sp>
      <p:pic>
        <p:nvPicPr>
          <p:cNvPr id="5" name="Image 0" descr="C:\Users\79204\AppData\Local\Temp\claude\D--QQQAAA\1af986dc-9216-4466-ab30-3032c2f138c7\scratchpad\deck\img\pf-bowl-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965960"/>
            <a:ext cx="6035040" cy="42885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47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ПОКУПАТЕЛЯ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Как разовая покупка становится привычкой</a:t>
            </a:r>
            <a:endParaRPr lang="en-US" sz="3200" dirty="0"/>
          </a:p>
        </p:txBody>
      </p:sp>
      <p:pic>
        <p:nvPicPr>
          <p:cNvPr id="5" name="Image 0" descr="C:\Users\79204\AppData\Local\Temp\claude\D--QQQAAA\1af986dc-9216-4466-ab30-3032c2f138c7\scratchpad\deck\img\pf-loyal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48840"/>
            <a:ext cx="9692640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Контент, который доводит до второй покупки</a:t>
            </a:r>
            <a:endParaRPr lang="en-US" sz="3200" dirty="0"/>
          </a:p>
        </p:txBody>
      </p:sp>
      <p:pic>
        <p:nvPicPr>
          <p:cNvPr id="5" name="Image 0" descr="C:\Users\79204\AppData\Local\Temp\claude\D--QQQAAA\1af986dc-9216-4466-ab30-3032c2f138c7\scratchpad\deck\img\pf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11091672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773936" cy="384048"/>
          </a:xfrm>
          <a:prstGeom prst="roundRect">
            <a:avLst>
              <a:gd name="adj" fmla="val 50000"/>
            </a:avLst>
          </a:prstGeom>
          <a:solidFill>
            <a:srgbClr val="FFE7D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меняется у бренда</a:t>
            </a:r>
            <a:endParaRPr lang="en-US" sz="3300" dirty="0"/>
          </a:p>
        </p:txBody>
      </p:sp>
      <p:pic>
        <p:nvPicPr>
          <p:cNvPr id="5" name="Image 0" descr="C:\Users\79204\AppData\Local\Temp\claude\D--QQQAAA\1af986dc-9216-4466-ab30-3032c2f138c7\scratchpad\deck\img\pf-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011680"/>
            <a:ext cx="548640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×2,4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3227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покупок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8130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A6A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+38%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4526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среднему чеку заказа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51114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47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−25%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731520" y="5824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привлечения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Пакет материалов для бренда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181448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69748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97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65960" y="2670048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Карточки товаров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965960" y="3090672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и польза для питомца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78728" y="2286000"/>
            <a:ext cx="5181448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44488" y="2697480"/>
            <a:ext cx="658368" cy="65836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6644488" y="2697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13168" y="2670048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Гид по выбору корма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513168" y="3090672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лид-магнит для новых покупателей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5181448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4480560"/>
            <a:ext cx="658368" cy="658368"/>
          </a:xfrm>
          <a:prstGeom prst="ellipse">
            <a:avLst/>
          </a:prstGeom>
          <a:solidFill>
            <a:srgbClr val="2BA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480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65960" y="4453128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Контент-план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965960" y="4873752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постов и историй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78728" y="4069080"/>
            <a:ext cx="5181448" cy="15087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644488" y="4480560"/>
            <a:ext cx="658368" cy="658368"/>
          </a:xfrm>
          <a:prstGeom prst="ellipse">
            <a:avLst/>
          </a:prstGeom>
          <a:solidFill>
            <a:srgbClr val="2E4756"/>
          </a:solidFill>
          <a:ln/>
        </p:spPr>
      </p:sp>
      <p:sp>
        <p:nvSpPr>
          <p:cNvPr id="22" name="Text 20"/>
          <p:cNvSpPr/>
          <p:nvPr/>
        </p:nvSpPr>
        <p:spPr>
          <a:xfrm>
            <a:off x="6644488" y="4480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13168" y="4453128"/>
            <a:ext cx="362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0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Цепочка напоминаний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513168" y="4873752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и сообщения о заказе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pf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852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06440" y="0"/>
            <a:ext cx="6400800" cy="6858000"/>
          </a:xfrm>
          <a:prstGeom prst="rect">
            <a:avLst/>
          </a:prstGeom>
          <a:solidFill>
            <a:srgbClr val="2E4756"/>
          </a:solidFill>
          <a:ln/>
        </p:spPr>
      </p:sp>
      <p:sp>
        <p:nvSpPr>
          <p:cNvPr id="4" name="Shape 1"/>
          <p:cNvSpPr/>
          <p:nvPr/>
        </p:nvSpPr>
        <p:spPr>
          <a:xfrm>
            <a:off x="6537960" y="1737360"/>
            <a:ext cx="2359152" cy="38404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5" name="Text 2"/>
          <p:cNvSpPr/>
          <p:nvPr/>
        </p:nvSpPr>
        <p:spPr>
          <a:xfrm>
            <a:off x="6537960" y="1737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37960" y="23774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Пусть питомец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выбирает вас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снова и снова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6537960" y="4572000"/>
            <a:ext cx="3200400" cy="713232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45720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контент бренда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3796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Демо-материал портфолио · бренд вымышленный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Миска, к которой возвращаются</dc:title>
  <dc:subject>PptxGenJS Presentation</dc:subject>
  <dc:creator>Студия</dc:creator>
  <cp:lastModifiedBy>Студия</cp:lastModifiedBy>
  <cp:revision>1</cp:revision>
  <dcterms:created xsi:type="dcterms:W3CDTF">2026-08-17T13:14:08Z</dcterms:created>
  <dcterms:modified xsi:type="dcterms:W3CDTF">2026-08-17T13:14:08Z</dcterms:modified>
</cp:coreProperties>
</file>