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51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151C"/>
                </a:solidFill>
                <a:latin typeface="Calibri"/>
              </a:rPr>
              <a:t>Срок продажи, недели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Срок продажи, недели</c:v>
                </c:pt>
              </c:strCache>
            </c:strRef>
          </c:tx>
          <c:spPr>
            <a:solidFill>
              <a:srgbClr val="C9C7D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615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7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8C8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Было</c:v>
                  </c:pt>
                  <c:pt idx="1">
                    <c:v>Стало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</c:v>
                </c:pt>
                <c:pt idx="1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615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9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219456" cy="219456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algn="l" indent="0" marL="0">
              <a:buNone/>
            </a:pPr>
            <a:r>
              <a:rPr lang="en-US" sz="10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Недвижимость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ПРОДАВАТЬ ОБЪЕКТЫ БЫСТРЕЕ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Ключи</a:t>
            </a:r>
            <a:endParaRPr lang="en-US" sz="52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быстрее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Маркетинг-контент под нишу «Недвижимость»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ниша теряет деньги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0E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60120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ищут жильё с фото и планировок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99178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9218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0E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дольше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719218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продажа без презентации объекта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8277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8317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0E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теряются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8478317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без быстрого ответа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БЕСПОКОИТ КЛИЕНТА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Барьеры, которые мешают продавать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487168"/>
            <a:ext cx="182880" cy="182880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331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Слабые объявления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2761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Плохие фото и описания отпугивают.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630168"/>
            <a:ext cx="182880" cy="182880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Нет презентаций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97280" y="3904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сложно показать инвестору.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773168"/>
            <a:ext cx="182880" cy="182880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Медленный ответ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97280" y="5047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 думаете — купили у других.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ПОДХОД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шага к потоку заявок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Упаковка объекта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объекта, презентация, планировки.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99178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19218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19218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Поток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9218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Реклама и лид-магниты для покупателей.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58277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8317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78317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Быстрый контакт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78317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мгновенно уходят в работу.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Форматы контента для ниши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880360"/>
            <a:ext cx="146304" cy="146304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6" name="Text 4"/>
          <p:cNvSpPr/>
          <p:nvPr/>
        </p:nvSpPr>
        <p:spPr>
          <a:xfrm>
            <a:off x="1207008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Лендинг объекта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99178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91786" y="2880360"/>
            <a:ext cx="146304" cy="146304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9" name="Text 7"/>
          <p:cNvSpPr/>
          <p:nvPr/>
        </p:nvSpPr>
        <p:spPr>
          <a:xfrm>
            <a:off x="4966106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Презентация для инвестора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58277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0885" y="2880360"/>
            <a:ext cx="146304" cy="146304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12" name="Text 10"/>
          <p:cNvSpPr/>
          <p:nvPr/>
        </p:nvSpPr>
        <p:spPr>
          <a:xfrm>
            <a:off x="8725205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Каталог объектов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4480560"/>
            <a:ext cx="146304" cy="146304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15" name="Text 13"/>
          <p:cNvSpPr/>
          <p:nvPr/>
        </p:nvSpPr>
        <p:spPr>
          <a:xfrm>
            <a:off x="1207008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Чек-лист покупателя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99178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91786" y="4480560"/>
            <a:ext cx="146304" cy="146304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18" name="Text 16"/>
          <p:cNvSpPr/>
          <p:nvPr/>
        </p:nvSpPr>
        <p:spPr>
          <a:xfrm>
            <a:off x="4966106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Баннеры объявлений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58277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50885" y="4480560"/>
            <a:ext cx="146304" cy="146304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21" name="Text 19"/>
          <p:cNvSpPr/>
          <p:nvPr/>
        </p:nvSpPr>
        <p:spPr>
          <a:xfrm>
            <a:off x="8725205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Рассылки подборок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меняется в цифрах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E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−30%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0175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срок продажи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E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+50%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017520" y="3657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качественных заявок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E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×2,4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01752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скорость ответа</a:t>
            </a:r>
            <a:endParaRPr lang="en-US" sz="15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309360" y="2148840"/>
          <a:ext cx="53035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Пакет под запуск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68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24688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объекта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3832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33832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для инвестора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2976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42976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 показа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5212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120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8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2120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Баннеры для площадок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103120"/>
            <a:ext cx="219456" cy="219456"/>
          </a:xfrm>
          <a:prstGeom prst="ellipse">
            <a:avLst/>
          </a:prstGeom>
          <a:solidFill>
            <a:srgbClr val="0E8C8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algn="l" indent="0" marL="0">
              <a:buNone/>
            </a:pPr>
            <a:r>
              <a:rPr lang="en-US" sz="10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Недвижимость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Ключи находят хозяина быстрее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Упакованный объект продаётся заметно быстрее.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0E8C8C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Обсудить контент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2026-08-16T17:19:52Z</dcterms:created>
  <dcterms:modified xsi:type="dcterms:W3CDTF">2026-08-16T17:19:52Z</dcterms:modified>
</cp:coreProperties>
</file>