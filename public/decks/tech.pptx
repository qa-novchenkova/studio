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15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151C"/>
                </a:solidFill>
                <a:latin typeface="Calibri"/>
              </a:rPr>
              <a:t>Конверсия карточки,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Конверсия карточки, %</c:v>
                </c:pt>
              </c:strCache>
            </c:strRef>
          </c:tx>
          <c:spPr>
            <a:solidFill>
              <a:srgbClr val="C9C7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15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7D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3FF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Было</c:v>
                  </c:pt>
                  <c:pt idx="1">
                    <c:v>Стало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615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9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219456" cy="219456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algn="l" indent="0" marL="0">
              <a:buNone/>
            </a:pPr>
            <a:r>
              <a:rPr lang="en-US" sz="10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Техника и электроника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ДЛЯ МАГАЗИНА ЭЛЕКТРОНИКИ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Гаджеты,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которые продают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Маркетинг-контент под нишу «Техника и электроника»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ниша теряет деньги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решают по карточке товара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99178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9218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719218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конверсии без сильных описаний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8277" y="2651760"/>
            <a:ext cx="339333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8317" y="3017520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больше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78317" y="429768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возвратов из-за неверных ожиданий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БЕСПОКОИТ КЛИЕНТА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Барьеры, которые мешают продавать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487168"/>
            <a:ext cx="182880" cy="182880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Скучные карточки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2761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Сухие характеристики не продают.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630168"/>
            <a:ext cx="182880" cy="182880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Нет сравнения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904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не понимает, что выбрать.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73168"/>
            <a:ext cx="182880" cy="182880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Пустые соцсети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5047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контента нет доверия к магазину.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ПОДХОД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шага к потоку заявок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Контент товара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Продающие карточки, обзоры, распаковки.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99178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9218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19218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Прогрев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9218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Посты, сравнения и подборки новинок.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58277" y="265176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1B1D27"/>
          </a:solidFill>
          <a:ln w="12700">
            <a:solidFill>
              <a:srgbClr val="2C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8317" y="2926080"/>
            <a:ext cx="2753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78317" y="3337560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Конверсия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8317" y="4023360"/>
            <a:ext cx="27532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Лид-магниты и триггерные рассылки.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Форматы контента для ниши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8803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Карточки товара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9178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1786" y="28803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9" name="Text 7"/>
          <p:cNvSpPr/>
          <p:nvPr/>
        </p:nvSpPr>
        <p:spPr>
          <a:xfrm>
            <a:off x="4966106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Обзоры и сравнения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8277" y="23774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0885" y="28803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12" name="Text 10"/>
          <p:cNvSpPr/>
          <p:nvPr/>
        </p:nvSpPr>
        <p:spPr>
          <a:xfrm>
            <a:off x="8725205" y="26974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Презентация каталога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" y="44805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Гайд выбора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99178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1786" y="44805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18" name="Text 16"/>
          <p:cNvSpPr/>
          <p:nvPr/>
        </p:nvSpPr>
        <p:spPr>
          <a:xfrm>
            <a:off x="4966106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Баннеры новинок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8277" y="3977640"/>
            <a:ext cx="3393338" cy="1280160"/>
          </a:xfrm>
          <a:prstGeom prst="roundRect">
            <a:avLst>
              <a:gd name="adj" fmla="val 7143"/>
            </a:avLst>
          </a:prstGeom>
          <a:solidFill>
            <a:srgbClr val="F3F2F7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0885" y="4480560"/>
            <a:ext cx="146304" cy="146304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21" name="Text 19"/>
          <p:cNvSpPr/>
          <p:nvPr/>
        </p:nvSpPr>
        <p:spPr>
          <a:xfrm>
            <a:off x="8725205" y="4297680"/>
            <a:ext cx="2570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Email-цепочки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меняется в цифрах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01752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карточек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01752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возвратов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A3F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01752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в соцсетях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2148840"/>
          <a:ext cx="53035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15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Пакет под запуск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4688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продающих карточек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383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каталога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4297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 выбора для покупателя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212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212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Баннеры новинок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219456" cy="219456"/>
          </a:xfrm>
          <a:prstGeom prst="ellipse">
            <a:avLst/>
          </a:prstGeom>
          <a:solidFill>
            <a:srgbClr val="7A3FF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algn="l" indent="0" marL="0">
              <a:buNone/>
            </a:pPr>
            <a:r>
              <a:rPr lang="en-US" sz="105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Техника и электроника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Гаджеты продают себя сами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Контент, который снимает сомнения покупателя.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7A3F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029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Обсудить контент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2026-08-16T17:19:52Z</dcterms:created>
  <dcterms:modified xsi:type="dcterms:W3CDTF">2026-08-16T17:19:52Z</dcterms:modified>
</cp:coreProperties>
</file>